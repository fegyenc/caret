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c00001c05b9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8f0dd156646f8"/>
  </p:sldMasterIdLst>
  <p:notesMasterIdLst>
    <p:notesMasterId xmlns:r="http://schemas.openxmlformats.org/officeDocument/2006/relationships" r:id="Ra801b01dc520432b"/>
  </p:notesMasterIdLst>
  <p:sldIdLst>
    <p:sldId xmlns:r="http://schemas.openxmlformats.org/officeDocument/2006/relationships" id="256" r:id="Ree285e3b452a4a1c"/>
    <p:sldId xmlns:r="http://schemas.openxmlformats.org/officeDocument/2006/relationships" id="257" r:id="R9165b527056040b7"/>
    <p:sldId xmlns:r="http://schemas.openxmlformats.org/officeDocument/2006/relationships" id="258" r:id="Rfeb90ce6a4064e0d"/>
    <p:sldId xmlns:r="http://schemas.openxmlformats.org/officeDocument/2006/relationships" id="259" r:id="R64cbb730d48f4a2c"/>
    <p:sldId xmlns:r="http://schemas.openxmlformats.org/officeDocument/2006/relationships" id="260" r:id="R5c8c9cabac124aca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f648960ff04863" /><Relationship Type="http://schemas.openxmlformats.org/officeDocument/2006/relationships/slideMaster" Target="/ppt/slideMasters/slideMaster1.xml" Id="R8de8f0dd156646f8" /><Relationship Type="http://schemas.openxmlformats.org/officeDocument/2006/relationships/notesMaster" Target="/ppt/notesMasters/notesMaster1.xml" Id="Ra801b01dc520432b" /><Relationship Type="http://schemas.openxmlformats.org/officeDocument/2006/relationships/slide" Target="/ppt/slides/slide1.xml" Id="Ree285e3b452a4a1c" /><Relationship Type="http://schemas.openxmlformats.org/officeDocument/2006/relationships/slide" Target="/ppt/slides/slide2.xml" Id="R9165b527056040b7" /><Relationship Type="http://schemas.openxmlformats.org/officeDocument/2006/relationships/slide" Target="/ppt/slides/slide3.xml" Id="Rfeb90ce6a4064e0d" /><Relationship Type="http://schemas.openxmlformats.org/officeDocument/2006/relationships/slide" Target="/ppt/slides/slide4.xml" Id="R64cbb730d48f4a2c" /><Relationship Type="http://schemas.openxmlformats.org/officeDocument/2006/relationships/slide" Target="/ppt/slides/slide5.xml" Id="R5c8c9cabac124a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19f58b360d4183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43cdb50ee06496d" /><Relationship Type="http://schemas.openxmlformats.org/officeDocument/2006/relationships/slide" Target="/ppt/slides/slide2.xml" Id="Red0ddadc480245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Mention the two new regions.</a:t>
            </a:r>
          </a:p>
          <a:p xmlns:a="http://schemas.openxmlformats.org/drawingml/2006/main">
            <a:r>
              <a:rPr lang="en-US"/>
              <a:t>Ask for questions.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68ae1dae2419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6d14f49dc4055" /><Relationship Type="http://schemas.openxmlformats.org/officeDocument/2006/relationships/theme" Target="/ppt/theme/theme1.xml" Id="R9204b83474e84fe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6d14f49dc405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299253008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586a5186046fc" /><Relationship Type="http://schemas.openxmlformats.org/officeDocument/2006/relationships/notesSlide" Target="/ppt/notesSlides/notesSlide1.xml" Id="R607a82d283d7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87720bda54d51" /><Relationship Type="http://schemas.openxmlformats.org/officeDocument/2006/relationships/image" Target="/ppt/media/image.png" Id="R56a36f2afb7a4f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878e10c66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9fcc56e1243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Caret quarterly review</a:t>
            </a:r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0" y="1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Prepared for the operations team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Highlights</a:t>
            </a:r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0" y="1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up 12%</a:t>
            </a:r>
          </a:p>
          <a:p xmlns:a="http://schemas.openxmlformats.org/drawingml/2006/main">
            <a:pPr lvl="1"/>
            <a:r>
              <a:rPr lang="en-US"/>
              <a:t>Driven by renewals</a:t>
            </a:r>
          </a:p>
          <a:p xmlns:a="http://schemas.openxmlformats.org/drawingml/2006/main">
            <a:r>
              <a:rPr lang="en-US"/>
              <a:t>Two new regions opened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mlns:a="http://schemas.openxmlformats.org/drawingml/2006/main" x="0" y="3000000"/>
          <a:ext xmlns:a="http://schemas.openxmlformats.org/drawingml/2006/main" cx="6000000" cy="74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Footer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6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Confidential</a:t>
            </a:r>
          </a:p>
        </p:txBody>
      </p:sp>
      <p:sp>
        <p:nvSpPr>
          <p:cNvPr id="6" name="Slide number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5000000" y="6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1000000"/>
            <a:ext cx="3500000" cy="6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Right column, read second</a:t>
            </a:r>
          </a:p>
        </p:txBody>
      </p:sp>
      <p:sp>
        <p:nvSpPr>
          <p:cNvPr id="3" name="Note left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000"/>
            <a:ext cx="3500000" cy="6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Left column, read first</a:t>
            </a:r>
          </a:p>
        </p:txBody>
      </p:sp>
      <p:pic>
        <p:nvPicPr>
          <p:cNvPr id="4" name="Picture" descr="A small red square"/>
          <p:cNvPicPr/>
          <p:nvPr/>
        </p:nvPicPr>
        <p:blipFill>
          <a:blip xmlns:r="http://schemas.openxmlformats.org/officeDocument/2006/relationships" xmlns:a="http://schemas.openxmlformats.org/drawingml/2006/main" r:embed="R56a36f2afb7a4fc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2500000"/>
            <a:ext cx="476250" cy="47625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Backup slide, hidden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0" y="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Résultats du trimestre</a:t>
            </a:r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0" y="1000000"/>
            <a:ext cx="8000000" cy="8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Chiffre d’affaires : +12 %</a:t>
            </a:r>
          </a:p>
          <a:p xmlns:a="http://schemas.openxmlformats.org/drawingml/2006/main">
            <a:r>
              <a:rPr lang="en-US"/>
              <a:t>Prochaine étape : l’été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