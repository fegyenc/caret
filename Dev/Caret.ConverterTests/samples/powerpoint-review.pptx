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png" ContentType="image/png"/>
  <Default Extension="rels" ContentType="application/vnd.openxmlformats-package.relationship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graphics/data1.xml" ContentType="application/vnd.openxmlformats-officedocument.drawingml.diagramData+xml"/>
  <Override PartName="/ppt/graphics/layout1.xml" ContentType="application/vnd.openxmlformats-officedocument.drawingml.diagramLayout+xml"/>
  <Override PartName="/ppt/graphics/quickStyle1.xml" ContentType="application/vnd.openxmlformats-officedocument.drawingml.diagramStyle+xml"/>
  <Override PartName="/ppt/graphics/colors1.xml" ContentType="application/vnd.openxmlformats-officedocument.drawingml.diagramColor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8cfd424b0bc4d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62b4103cfd345b8"/>
  </p:sldMasterIdLst>
  <p:notesMasterIdLst>
    <p:notesMasterId xmlns:r="http://schemas.openxmlformats.org/officeDocument/2006/relationships" r:id="R724e0d88e9d547d4"/>
  </p:notesMasterIdLst>
  <p:sldIdLst>
    <p:sldId xmlns:r="http://schemas.openxmlformats.org/officeDocument/2006/relationships" id="256" r:id="R37f0fc27ebf148c7"/>
    <p:sldId xmlns:r="http://schemas.openxmlformats.org/officeDocument/2006/relationships" id="257" r:id="R92b3d39ae7ab47a4"/>
    <p:sldId xmlns:r="http://schemas.openxmlformats.org/officeDocument/2006/relationships" id="258" r:id="Rf518078800b54c18"/>
    <p:sldId xmlns:r="http://schemas.openxmlformats.org/officeDocument/2006/relationships" id="259" r:id="Rbe08440b5cef47f1"/>
    <p:sldId xmlns:r="http://schemas.openxmlformats.org/officeDocument/2006/relationships" id="260" r:id="Re33e7e96d9a048d6"/>
    <p:sldId xmlns:r="http://schemas.openxmlformats.org/officeDocument/2006/relationships" id="261" r:id="R4c119e7d279048f2"/>
  </p:sldIdLst>
  <p:sldSz cx="9144000" cy="6858000" type="screen4x3"/>
  <p:notesSz cx="6858000" cy="9144000"/>
</p:presentation>
</file>

<file path=ppt/commentAuthors.xml><?xml version="1.0" encoding="utf-8"?>
<p:cmAuthorLst xmlns:p="http://schemas.openxmlformats.org/presentationml/2006/main">
  <p:cmAuthor id="0" name="Reviewer" initials="R" lastIdx="1" clrIdx="0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ebc12acc6d4980" /><Relationship Type="http://schemas.openxmlformats.org/officeDocument/2006/relationships/slideMaster" Target="/ppt/slideMasters/slideMaster1.xml" Id="Rc62b4103cfd345b8" /><Relationship Type="http://schemas.openxmlformats.org/officeDocument/2006/relationships/notesMaster" Target="/ppt/notesMasters/notesMaster1.xml" Id="R724e0d88e9d547d4" /><Relationship Type="http://schemas.openxmlformats.org/officeDocument/2006/relationships/slide" Target="/ppt/slides/slide1.xml" Id="R37f0fc27ebf148c7" /><Relationship Type="http://schemas.openxmlformats.org/officeDocument/2006/relationships/slide" Target="/ppt/slides/slide2.xml" Id="R92b3d39ae7ab47a4" /><Relationship Type="http://schemas.openxmlformats.org/officeDocument/2006/relationships/slide" Target="/ppt/slides/slide3.xml" Id="Rf518078800b54c18" /><Relationship Type="http://schemas.openxmlformats.org/officeDocument/2006/relationships/slide" Target="/ppt/slides/slide4.xml" Id="Rbe08440b5cef47f1" /><Relationship Type="http://schemas.openxmlformats.org/officeDocument/2006/relationships/slide" Target="/ppt/slides/slide5.xml" Id="Re33e7e96d9a048d6" /><Relationship Type="http://schemas.openxmlformats.org/officeDocument/2006/relationships/slide" Target="/ppt/slides/slide6.xml" Id="R4c119e7d279048f2" /><Relationship Type="http://schemas.openxmlformats.org/officeDocument/2006/relationships/commentAuthors" Target="/ppt/commentAuthors.xml" Id="R14f8a27f3ec14e8c" /></Relationships>
</file>

<file path=ppt/comments/comment1.xml><?xml version="1.0" encoding="utf-8"?>
<p:cmLst xmlns:p="http://schemas.openxmlformats.org/presentationml/2006/main">
  <p:cm authorId="0" dt="2024-05-06T09:00:00" idx="1">
    <p:pos x="10" y="10"/>
    <p:text>Check the Q3 figure.</p:text>
  </p:cm>
</p:cmLst>
</file>

<file path=ppt/graphics/colors1.xml><?xml version="1.0" encoding="utf-8"?>
<dgm:colorsDef xmlns:dgm="http://schemas.openxmlformats.org/drawingml/2006/diagram" uniqueId="urn:test/colors">
  <dgm:title val=""/>
  <dgm:desc val=""/>
  <dgm:catLst/>
  <dgm:styleLbl name="node0"/>
</dgm:colorsDef>
</file>

<file path=ppt/graphics/data1.xml><?xml version="1.0" encoding="utf-8"?>
<dgm:dataModel xmlns:dgm="http://schemas.openxmlformats.org/drawingml/2006/diagram">
  <dgm:ptLst>
    <dgm:pt modelId="{00000000-0000-0000-0000-000000000001}" type="doc">
      <dgm:prSet/>
      <dgm:spPr/>
      <dgm:t>
        <a:bodyPr xmlns:a="http://schemas.openxmlformats.org/drawingml/2006/main"/>
        <a:lstStyle xmlns:a="http://schemas.openxmlformats.org/drawingml/2006/main"/>
        <a:p xmlns:a="http://schemas.openxmlformats.org/drawingml/2006/main">
          <a:endParaRPr lang="en-US"/>
        </a:p>
      </dgm:t>
    </dgm:pt>
    <dgm:pt modelId="{00000000-0000-0000-0000-000000000002}">
      <dgm:prSet/>
      <dgm:spPr/>
      <dgm:t>
        <a:bodyPr xmlns:a="http://schemas.openxmlformats.org/drawingml/2006/main"/>
        <a:lstStyle xmlns:a="http://schemas.openxmlformats.org/drawingml/2006/main"/>
        <a:p xmlns:a="http://schemas.openxmlformats.org/drawingml/2006/main">
          <a:r>
            <a:t>Plan</a:t>
          </a:r>
        </a:p>
      </dgm:t>
    </dgm:pt>
    <dgm:pt modelId="{00000000-0000-0000-0000-000000000003}">
      <dgm:prSet/>
      <dgm:spPr/>
      <dgm:t>
        <a:bodyPr xmlns:a="http://schemas.openxmlformats.org/drawingml/2006/main"/>
        <a:lstStyle xmlns:a="http://schemas.openxmlformats.org/drawingml/2006/main"/>
        <a:p xmlns:a="http://schemas.openxmlformats.org/drawingml/2006/main">
          <a:r>
            <a:t>Build</a:t>
          </a:r>
        </a:p>
      </dgm:t>
    </dgm:pt>
    <dgm:pt modelId="{00000000-0000-0000-0000-000000000004}">
      <dgm:prSet/>
      <dgm:spPr/>
      <dgm:t>
        <a:bodyPr xmlns:a="http://schemas.openxmlformats.org/drawingml/2006/main"/>
        <a:lstStyle xmlns:a="http://schemas.openxmlformats.org/drawingml/2006/main"/>
        <a:p xmlns:a="http://schemas.openxmlformats.org/drawingml/2006/main">
          <a:r>
            <a:t>Test it first</a:t>
          </a:r>
        </a:p>
      </dgm:t>
    </dgm:pt>
  </dgm:ptLst>
  <dgm:cxnLst>
    <dgm:cxn modelId="{00000000-0000-0000-0000-000000000011}" srcId="{00000000-0000-0000-0000-000000000001}" destId="{00000000-0000-0000-0000-000000000002}" srcOrd="0" destOrd="0"/>
    <dgm:cxn modelId="{00000000-0000-0000-0000-000000000012}" srcId="{00000000-0000-0000-0000-000000000001}" destId="{00000000-0000-0000-0000-000000000003}" srcOrd="1" destOrd="0"/>
    <dgm:cxn modelId="{00000000-0000-0000-0000-000000000013}" srcId="{00000000-0000-0000-0000-000000000003}" destId="{00000000-0000-0000-0000-000000000004}" srcOrd="0" destOrd="0"/>
  </dgm:cxnLst>
</dgm:dataModel>
</file>

<file path=ppt/graphics/layout1.xml><?xml version="1.0" encoding="utf-8"?>
<dgm:layoutDef xmlns:dgm="http://schemas.openxmlformats.org/drawingml/2006/diagram" uniqueId="urn:test/layout">
  <dgm:title val=""/>
  <dgm:desc val=""/>
  <dgm:catLst/>
  <dgm:sampData/>
  <dgm:styleData/>
  <dgm:clrData/>
  <dgm:layoutNode/>
</dgm:layoutDef>
</file>

<file path=ppt/graphics/quickStyle1.xml><?xml version="1.0" encoding="utf-8"?>
<dgm:styleDef xmlns:dgm="http://schemas.openxmlformats.org/drawingml/2006/diagram" uniqueId="urn:test/style">
  <dgm:title val=""/>
  <dgm:desc val=""/>
  <dgm:catLst/>
  <dgm:scene3d>
    <a:camera xmlns:a="http://schemas.openxmlformats.org/drawingml/2006/main" prst="orthographicFront"/>
    <a:lightRig xmlns:a="http://schemas.openxmlformats.org/drawingml/2006/main" rig="threePt" dir="t"/>
  </dgm:scene3d>
  <dgm:styleLbl name="node0"/>
</dgm:styleDef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9078a064c904ed8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5a1fc920ff74912" /><Relationship Type="http://schemas.openxmlformats.org/officeDocument/2006/relationships/slide" Target="/ppt/slides/slide2.xml" Id="R28a69efe02df483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/>
          </p:nvPr>
        </p:nvSpPr>
        <p:spPr>
          <a:xfrm xmlns:a="http://schemas.openxmlformats.org/drawingml/2006/main">
            <a:off x="0" y="0"/>
            <a:ext cx="8000000" cy="8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Mention the two new regions.</a:t>
            </a:r>
          </a:p>
          <a:p xmlns:a="http://schemas.openxmlformats.org/drawingml/2006/main">
            <a:r>
              <a:rPr lang="en-US"/>
              <a:t>Ask for questions.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bbd9eb81f3461c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53151cbb84a5a" /><Relationship Type="http://schemas.openxmlformats.org/officeDocument/2006/relationships/theme" Target="/ppt/theme/theme1.xml" Id="Refd68532884c4d5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b53151cbb84a5a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8a808af8b46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bce6b0a9043db" /><Relationship Type="http://schemas.openxmlformats.org/officeDocument/2006/relationships/notesSlide" Target="/ppt/notesSlides/notesSlide1.xml" Id="Ra2c622fb8b684ba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148719da441f3" /><Relationship Type="http://schemas.openxmlformats.org/officeDocument/2006/relationships/image" Target="/ppt/media/image.png" Id="R6b7ccd47466442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1674b8d20449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8b7994a2324a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7cce5599b642ae" /><Relationship Type="http://schemas.openxmlformats.org/officeDocument/2006/relationships/hyperlink" Target="https://example.com/plan" TargetMode="External" Id="Rdd63ba910a12429f" /><Relationship Type="http://schemas.openxmlformats.org/officeDocument/2006/relationships/chart" Target="/ppt/slides/charts/chart1.xml" Id="R0651fc9058e4471c" /><Relationship Type="http://schemas.openxmlformats.org/officeDocument/2006/relationships/diagramData" Target="/ppt/graphics/data1.xml" Id="R6b6253bafcb042c0" /><Relationship Type="http://schemas.openxmlformats.org/officeDocument/2006/relationships/diagramLayout" Target="/ppt/graphics/layout1.xml" Id="R3c1dc17bb44e4681" /><Relationship Type="http://schemas.openxmlformats.org/officeDocument/2006/relationships/diagramQuickStyle" Target="/ppt/graphics/quickStyle1.xml" Id="R1fd84005f5934666" /><Relationship Type="http://schemas.openxmlformats.org/officeDocument/2006/relationships/diagramColors" Target="/ppt/graphics/colors1.xml" Id="R32bbde31e0ef48e4" /><Relationship Type="http://schemas.openxmlformats.org/officeDocument/2006/relationships/comments" Target="/ppt/comments/comment1.xml" Id="R08284ee208ef42d1" /></Relationships>
</file>

<file path=ppt/slides/charts/chart1.xml><?xml version="1.0" encoding="utf-8"?>
<c:chartSpace xmlns:c="http://schemas.openxmlformats.org/drawingml/2006/chart"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Sales by region</a:t>
            </a:r>
          </a:p>
        </c:rich>
      </c:tx>
    </c:title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1200</c:v>
                </c:pt>
                <c:pt idx="1">
                  <c:v>900.5</c:v>
                </c:pt>
                <c:pt idx="2">
                  <c:v>430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1350</c:v>
                </c:pt>
                <c:pt idx="1">
                  <c:v>880</c:v>
                </c:pt>
                <c:pt idx="2">
                  <c:v>510.25</c:v>
                </c:pt>
              </c:numCache>
            </c:numRef>
          </c:val>
        </c:ser>
        <c:axId val="111"/>
        <c:axId val="222"/>
      </c:barChart>
      <c:catAx>
        <c:axId val="111"/>
        <c:scaling/>
        <c:delete val="0"/>
        <c:axPos val="b"/>
        <c:crossAx val="222"/>
      </c:catAx>
      <c:valAx>
        <c:axId val="222"/>
        <c:scaling/>
        <c:delete val="0"/>
        <c:axPos val="l"/>
        <c:crossAx val="111"/>
      </c:valAx>
    </c:plotArea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0" y="0"/>
            <a:ext cx="8000000" cy="8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Caret quarterly review</a:t>
            </a:r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0" y="1000000"/>
            <a:ext cx="8000000" cy="8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Prepared for the operations team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0" y="0"/>
            <a:ext cx="8000000" cy="8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Highlights</a:t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/>
          </p:nvPr>
        </p:nvSpPr>
        <p:spPr>
          <a:xfrm xmlns:a="http://schemas.openxmlformats.org/drawingml/2006/main">
            <a:off x="0" y="1000000"/>
            <a:ext cx="8000000" cy="8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Revenue up 12%</a:t>
            </a:r>
          </a:p>
          <a:p xmlns:a="http://schemas.openxmlformats.org/drawingml/2006/main">
            <a:pPr lvl="1"/>
            <a:r>
              <a:rPr lang="en-US"/>
              <a:t>Driven by renewals</a:t>
            </a:r>
          </a:p>
          <a:p xmlns:a="http://schemas.openxmlformats.org/drawingml/2006/main">
            <a:r>
              <a:rPr lang="en-US"/>
              <a:t>Two new regions opened</a:t>
            </a:r>
          </a:p>
        </p:txBody>
      </p:sp>
      <p:graphicFrame>
        <p:nvGraphicFramePr>
          <p:cNvPr id="4" name="Table"/>
          <p:cNvGraphicFramePr/>
          <p:nvPr/>
        </p:nvGraphicFramePr>
        <p:xfrm>
          <a:off xmlns:a="http://schemas.openxmlformats.org/drawingml/2006/main" x="0" y="3000000"/>
          <a:ext xmlns:a="http://schemas.openxmlformats.org/drawingml/2006/main" cx="6000000" cy="7416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000"/>
                <a:gridCol w="3000000"/>
              </a:tblGrid>
              <a:tr h="370840">
                <a:tc>
                  <a:txBody>
                    <a:bodyPr/>
                    <a:lstStyle/>
                    <a:p>
                      <a: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Growth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t>North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+12%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Footer"/>
          <p:cNvSpPr>
            <a:spLocks xmlns:a="http://schemas.openxmlformats.org/drawingml/2006/main" noGrp="1"/>
          </p:cNvSpPr>
          <p:nvPr>
            <p:ph type="ftr"/>
          </p:nvPr>
        </p:nvSpPr>
        <p:spPr>
          <a:xfrm xmlns:a="http://schemas.openxmlformats.org/drawingml/2006/main">
            <a:off x="0" y="6000000"/>
            <a:ext cx="8000000" cy="8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Confidential</a:t>
            </a:r>
          </a:p>
        </p:txBody>
      </p:sp>
      <p:sp>
        <p:nvSpPr>
          <p:cNvPr id="6" name="Slide number"/>
          <p:cNvSpPr>
            <a:spLocks xmlns:a="http://schemas.openxmlformats.org/drawingml/2006/main" noGrp="1"/>
          </p:cNvSpPr>
          <p:nvPr>
            <p:ph type="sldNum"/>
          </p:nvPr>
        </p:nvSpPr>
        <p:spPr>
          <a:xfrm xmlns:a="http://schemas.openxmlformats.org/drawingml/2006/main">
            <a:off x="5000000" y="6000000"/>
            <a:ext cx="8000000" cy="8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2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"/>
          <p:cNvSpPr txBox="1"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000" y="1000000"/>
            <a:ext cx="3500000" cy="6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Right column, read second</a:t>
            </a:r>
          </a:p>
        </p:txBody>
      </p:sp>
      <p:sp>
        <p:nvSpPr>
          <p:cNvPr id="3" name="Note left"/>
          <p:cNvSpPr txBox="1"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00000"/>
            <a:ext cx="3500000" cy="6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Left column, read first</a:t>
            </a:r>
          </a:p>
        </p:txBody>
      </p:sp>
      <p:pic>
        <p:nvPicPr>
          <p:cNvPr id="4" name="Picture" descr="A small red square"/>
          <p:cNvPicPr/>
          <p:nvPr/>
        </p:nvPicPr>
        <p:blipFill>
          <a:blip xmlns:r="http://schemas.openxmlformats.org/officeDocument/2006/relationships" xmlns:a="http://schemas.openxmlformats.org/drawingml/2006/main" r:embed="R6b7ccd47466442e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2500000"/>
            <a:ext cx="476250" cy="476250"/>
          </a:xfrm>
          <a:prstGeom xmlns:a="http://schemas.openxmlformats.org/drawingml/2006/main"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0" y="0"/>
            <a:ext cx="8000000" cy="8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Backup slide, hidden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0" y="0"/>
            <a:ext cx="8000000" cy="8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Résultats du trimestre</a:t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/>
          </p:nvPr>
        </p:nvSpPr>
        <p:spPr>
          <a:xfrm xmlns:a="http://schemas.openxmlformats.org/drawingml/2006/main">
            <a:off x="0" y="1000000"/>
            <a:ext cx="8000000" cy="8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Chiffre d’affaires : +12 %</a:t>
            </a:r>
          </a:p>
          <a:p xmlns:a="http://schemas.openxmlformats.org/drawingml/2006/main">
            <a:r>
              <a:rPr lang="en-US"/>
              <a:t>Prochaine étape : l’été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0" y="0"/>
            <a:ext cx="8000000" cy="8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Chart and </a:t>
            </a:r>
            <a:br/>
            <a:r>
              <a:rPr lang="en-US"/>
              <a:t>diagram</a:t>
            </a:r>
          </a:p>
        </p:txBody>
      </p:sp>
      <p:sp>
        <p:nvSpPr>
          <p:cNvPr id="3" name="Link"/>
          <p:cNvSpPr txBox="1"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00000"/>
            <a:ext cx="3500000" cy="6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>
                <a:hlinkClick xmlns:r="http://schemas.openxmlformats.org/officeDocument/2006/relationships" r:id="Rdd63ba910a12429f"/>
              </a:rPr>
              <a:t>Read the plan</a:t>
            </a:r>
          </a:p>
        </p:txBody>
      </p:sp>
      <p:sp>
        <p:nvSpPr>
          <p:cNvPr id="4" name="Indented"/>
          <p:cNvSpPr txBox="1"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000" y="1000000"/>
            <a:ext cx="3500000" cy="60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1"/>
            <a:r>
              <a:rPr lang="en-US"/>
              <a:t>Child one</a:t>
            </a:r>
          </a:p>
          <a:p xmlns:a="http://schemas.openxmlformats.org/drawingml/2006/main">
            <a:pPr lvl="1"/>
            <a:r>
              <a:rPr lang="en-US"/>
              <a:t>Child two</a:t>
            </a:r>
          </a:p>
          <a:p xmlns:a="http://schemas.openxmlformats.org/drawingml/2006/main">
            <a:pPr lvl="2"/>
            <a:r>
              <a:rPr lang="en-US"/>
              <a:t>Grandchild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mlns:a="http://schemas.openxmlformats.org/drawingml/2006/main" x="0" y="2000000"/>
          <a:ext xmlns:a="http://schemas.openxmlformats.org/drawingml/2006/main" cx="6000000" cy="180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51fc9058e4471c"/>
          </a:graphicData>
        </a:graphic>
      </p:graphicFrame>
      <p:graphicFrame>
        <p:nvGraphicFramePr>
          <p:cNvPr id="6" name="Diagram"/>
          <p:cNvGraphicFramePr/>
          <p:nvPr/>
        </p:nvGraphicFramePr>
        <p:xfrm>
          <a:off xmlns:a="http://schemas.openxmlformats.org/drawingml/2006/main" x="0" y="4000000"/>
          <a:ext xmlns:a="http://schemas.openxmlformats.org/drawingml/2006/main" cx="6000000" cy="1800000"/>
        </p:xfrm>
        <a:graphic xmlns:a="http://schemas.openxmlformats.org/drawingml/2006/main">
          <a:graphicData uri="http://schemas.openxmlformats.org/drawingml/2006/diagram">
            <dgm:relIds xmlns:r="http://schemas.openxmlformats.org/officeDocument/2006/relationships" xmlns:dgm="http://schemas.openxmlformats.org/drawingml/2006/diagram" r:dm="R6b6253bafcb042c0" r:lo="R3c1dc17bb44e4681" r:qs="R1fd84005f5934666" r:cs="R32bbde31e0ef48e4"/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